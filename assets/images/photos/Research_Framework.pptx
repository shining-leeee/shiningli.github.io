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283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1F581-4D1D-429A-94FD-48F39ECE51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F051C-A748-49A4-AF35-38338303C1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这是本研究的研究框架，将开展三个实验并结合脑电与行为技术来对问题进行探讨。我们来看一下具体的实验设计内容。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AAB4-AF1E-4618-AC32-C9A8D8C89B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3985-6454-44EB-88CB-9C4E01B862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AAB4-AF1E-4618-AC32-C9A8D8C89B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3985-6454-44EB-88CB-9C4E01B862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AAB4-AF1E-4618-AC32-C9A8D8C89B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3985-6454-44EB-88CB-9C4E01B862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AAB4-AF1E-4618-AC32-C9A8D8C89B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3985-6454-44EB-88CB-9C4E01B862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AAB4-AF1E-4618-AC32-C9A8D8C89B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3985-6454-44EB-88CB-9C4E01B862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AAB4-AF1E-4618-AC32-C9A8D8C89B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3985-6454-44EB-88CB-9C4E01B862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AAB4-AF1E-4618-AC32-C9A8D8C89B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3985-6454-44EB-88CB-9C4E01B862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AAB4-AF1E-4618-AC32-C9A8D8C89B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3985-6454-44EB-88CB-9C4E01B862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AAB4-AF1E-4618-AC32-C9A8D8C89B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3985-6454-44EB-88CB-9C4E01B862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AAB4-AF1E-4618-AC32-C9A8D8C89B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3985-6454-44EB-88CB-9C4E01B862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AAB4-AF1E-4618-AC32-C9A8D8C89B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3985-6454-44EB-88CB-9C4E01B862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板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研究内容与框架</a:t>
            </a:r>
            <a:endParaRPr lang="zh-CN" altLang="en-US" sz="2000" b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028" name="Picture 4" descr="四川师范大学脑与心理科学研究院_百度百科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41960" y="6372225"/>
            <a:ext cx="487680" cy="48450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6417310"/>
            <a:ext cx="441960" cy="439420"/>
          </a:xfrm>
          <a:prstGeom prst="ellipse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8AAB4-AF1E-4618-AC32-C9A8D8C89B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33985-6454-44EB-88CB-9C4E01B8627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18"/>
          <p:cNvSpPr txBox="1"/>
          <p:nvPr/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-6746"/>
            <a:ext cx="4292600" cy="68365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Research Design</a:t>
            </a:r>
            <a:endParaRPr lang="zh-CN" altLang="en-US" sz="2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90830" y="1170221"/>
            <a:ext cx="11656060" cy="4737100"/>
            <a:chOff x="597" y="1977"/>
            <a:chExt cx="18356" cy="7460"/>
          </a:xfrm>
        </p:grpSpPr>
        <p:sp>
          <p:nvSpPr>
            <p:cNvPr id="6" name="矩形: 圆角 3"/>
            <p:cNvSpPr/>
            <p:nvPr/>
          </p:nvSpPr>
          <p:spPr>
            <a:xfrm>
              <a:off x="3846" y="1977"/>
              <a:ext cx="4553" cy="7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Research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Content</a:t>
              </a:r>
              <a:endPara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9" name="矩形: 圆角 8"/>
            <p:cNvSpPr/>
            <p:nvPr/>
          </p:nvSpPr>
          <p:spPr>
            <a:xfrm>
              <a:off x="8957" y="1977"/>
              <a:ext cx="2037" cy="7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Task</a:t>
              </a:r>
              <a:endPara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4" name="矩形: 圆角 9"/>
            <p:cNvSpPr/>
            <p:nvPr/>
          </p:nvSpPr>
          <p:spPr>
            <a:xfrm>
              <a:off x="11509" y="1977"/>
              <a:ext cx="2506" cy="7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Methods</a:t>
              </a:r>
              <a:endPara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6" name="矩形: 圆角 10"/>
            <p:cNvSpPr/>
            <p:nvPr/>
          </p:nvSpPr>
          <p:spPr>
            <a:xfrm>
              <a:off x="14681" y="1977"/>
              <a:ext cx="4141" cy="7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Objectives</a:t>
              </a:r>
              <a:endPara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3580" y="3169"/>
              <a:ext cx="5012" cy="1647"/>
            </a:xfrm>
            <a:prstGeom prst="round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85000"/>
                    </a:schemeClr>
                  </a:solidFill>
                </a14:hiddenFill>
              </a:ext>
            </a:ex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Explore frequency differences across different states and their spatial distributions.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3556" y="7788"/>
              <a:ext cx="5038" cy="1646"/>
            </a:xfrm>
            <a:prstGeom prst="roundRect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75000"/>
                    </a:schemeClr>
                  </a:solidFill>
                </a14:hiddenFill>
              </a:ext>
            </a:ex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Compare the efficacy of different intervention protocols.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14407" y="3169"/>
              <a:ext cx="4544" cy="1647"/>
            </a:xfrm>
            <a:prstGeom prst="round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85000"/>
                    </a:schemeClr>
                  </a:solidFill>
                </a14:hiddenFill>
              </a:ext>
            </a:ex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Clarify inter-state differences and identify state-sensitive brain regions.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9048" y="3170"/>
              <a:ext cx="2037" cy="1646"/>
            </a:xfrm>
            <a:prstGeom prst="round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85000"/>
                    </a:schemeClr>
                  </a:solidFill>
                </a14:hiddenFill>
              </a:ext>
            </a:ex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Flanker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9057" y="7789"/>
              <a:ext cx="2037" cy="1646"/>
            </a:xfrm>
            <a:prstGeom prst="roundRect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75000"/>
                    </a:schemeClr>
                  </a:solidFill>
                </a14:hiddenFill>
              </a:ext>
            </a:ex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Flanker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11509" y="3171"/>
              <a:ext cx="2507" cy="1646"/>
            </a:xfrm>
            <a:prstGeom prst="round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85000"/>
                    </a:schemeClr>
                  </a:solidFill>
                </a14:hiddenFill>
              </a:ext>
            </a:ex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Behavioral</a:t>
              </a:r>
              <a:b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</a:b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EEG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11514" y="7791"/>
              <a:ext cx="2521" cy="1646"/>
            </a:xfrm>
            <a:prstGeom prst="roundRect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75000"/>
                    </a:schemeClr>
                  </a:solidFill>
                </a14:hiddenFill>
              </a:ext>
            </a:ex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Behavioral</a:t>
              </a:r>
              <a:b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</a:b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EEG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tACS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14409" y="7788"/>
              <a:ext cx="4544" cy="1646"/>
            </a:xfrm>
            <a:prstGeom prst="roundRect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75000"/>
                    </a:schemeClr>
                  </a:solidFill>
                </a14:hiddenFill>
              </a:ext>
            </a:ex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Demonstrate the superiority of task-state-derived alpha frequency in enhancing executive control. 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矩形: 圆角 8"/>
            <p:cNvSpPr/>
            <p:nvPr/>
          </p:nvSpPr>
          <p:spPr>
            <a:xfrm>
              <a:off x="597" y="1977"/>
              <a:ext cx="2715" cy="7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Experiments</a:t>
              </a:r>
              <a:endPara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697" y="3098"/>
              <a:ext cx="2460" cy="1647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Experiment1</a:t>
              </a:r>
              <a:endPara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697" y="7725"/>
              <a:ext cx="2460" cy="1647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Experiment3</a:t>
              </a:r>
              <a:endPara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3556" y="5513"/>
              <a:ext cx="5038" cy="1647"/>
            </a:xfrm>
            <a:prstGeom prst="round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85000"/>
                    </a:schemeClr>
                  </a:solidFill>
                </a14:hiddenFill>
              </a:ext>
            </a:ex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Effects of block vs. event-related, and steady-state vs. non-steady-state designs on experimental outcomes.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4415" y="5513"/>
              <a:ext cx="4528" cy="1647"/>
            </a:xfrm>
            <a:prstGeom prst="round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85000"/>
                    </a:schemeClr>
                  </a:solidFill>
                </a14:hiddenFill>
              </a:ext>
            </a:ex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Rule out confounding effects of experimental design and verify result robustness. 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9056" y="5514"/>
              <a:ext cx="2037" cy="1646"/>
            </a:xfrm>
            <a:prstGeom prst="round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85000"/>
                    </a:schemeClr>
                  </a:solidFill>
                </a14:hiddenFill>
              </a:ext>
            </a:ex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Flanker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1517" y="5515"/>
              <a:ext cx="2507" cy="1646"/>
            </a:xfrm>
            <a:prstGeom prst="roundRect">
              <a:avLst/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85000"/>
                    </a:schemeClr>
                  </a:solidFill>
                </a14:hiddenFill>
              </a:ext>
            </a:ex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Behavioral</a:t>
              </a:r>
              <a:b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</a:b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EEG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697" y="5442"/>
              <a:ext cx="2460" cy="164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Experiment2</a:t>
              </a:r>
              <a:endPara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</Words>
  <Application>WPS 演示</Application>
  <PresentationFormat>宽屏</PresentationFormat>
  <Paragraphs>43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Calibri</vt:lpstr>
      <vt:lpstr>Times New Roman</vt:lpstr>
      <vt:lpstr>等线</vt:lpstr>
      <vt:lpstr>Arial Unicode MS</vt:lpstr>
      <vt:lpstr>等线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Xiying Li</dc:creator>
  <cp:lastModifiedBy>Xiying Li</cp:lastModifiedBy>
  <cp:revision>3</cp:revision>
  <dcterms:created xsi:type="dcterms:W3CDTF">2026-08-13T07:18:00Z</dcterms:created>
  <dcterms:modified xsi:type="dcterms:W3CDTF">2026-08-16T04:51:29Z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732D4374513F4C14B46BDE69709DD2AD_12</vt:lpwstr>
  </property>
  <property fmtid="{D5CDD505-2E9C-101B-9397-08002B2CF9AE}" pid="3" name="KSOProductBuildVer">
    <vt:lpwstr>2052-12.1.0.28043</vt:lpwstr>
  </property>
</Properties>
</file>